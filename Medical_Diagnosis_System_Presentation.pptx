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Medical Diagnosis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Early Detection Saves Lives</a:t>
            </a:r>
          </a:p>
          <a:p/>
          <a:p>
            <a:r>
              <a:t>Machine Learning Based Medical Risk Prediction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Healthcare generates large medical data.</a:t>
            </a:r>
          </a:p>
          <a:p>
            <a:r>
              <a:t>Early disease detection is critical.</a:t>
            </a:r>
          </a:p>
          <a:p>
            <a:r>
              <a:t>Machine Learning helps analyze medical reports efficiently.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Early disease risk detection</a:t>
            </a:r>
          </a:p>
          <a:p>
            <a:r>
              <a:t>• Machine learning based prediction</a:t>
            </a:r>
          </a:p>
          <a:p>
            <a:r>
              <a:t>• One disease prediction at a time</a:t>
            </a:r>
          </a:p>
          <a:p>
            <a:r>
              <a:t>• User friendly web interface</a:t>
            </a:r>
          </a:p>
          <a:p>
            <a:r>
              <a:t>• Ethical and safe medical assistance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Diseases Covered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Heart Disease</a:t>
            </a:r>
          </a:p>
          <a:p>
            <a:r>
              <a:t>• Lung Cancer</a:t>
            </a:r>
          </a:p>
          <a:p>
            <a:r>
              <a:t>• Diabetes</a:t>
            </a:r>
          </a:p>
          <a:p>
            <a:r>
              <a:t>• Kidney Disease</a:t>
            </a:r>
          </a:p>
          <a:p>
            <a:r>
              <a:t>• Thyroid Disease</a:t>
            </a:r>
          </a:p>
          <a:p>
            <a:r>
              <a:t>• Dengue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Heart disease clinical dataset</a:t>
            </a:r>
          </a:p>
          <a:p>
            <a:r>
              <a:t>• Lung cancer risk factor dataset</a:t>
            </a:r>
          </a:p>
          <a:p>
            <a:r>
              <a:t>• Diabetes dataset</a:t>
            </a:r>
          </a:p>
          <a:p>
            <a:r>
              <a:t>• Kidney disease dataset</a:t>
            </a:r>
          </a:p>
          <a:p>
            <a:r>
              <a:t>• Thyroid hormone dataset</a:t>
            </a:r>
          </a:p>
          <a:p>
            <a:r>
              <a:t>• Dengue CBC dataset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Removing duplicates</a:t>
            </a:r>
          </a:p>
          <a:p>
            <a:r>
              <a:t>• Handling missing values</a:t>
            </a:r>
          </a:p>
          <a:p>
            <a:r>
              <a:t>• Feature selection</a:t>
            </a:r>
          </a:p>
          <a:p>
            <a:r>
              <a:t>• Outlier handling</a:t>
            </a:r>
          </a:p>
          <a:p>
            <a:r>
              <a:t>• Encoding categorical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Random Forest Classifier (main)</a:t>
            </a:r>
          </a:p>
          <a:p>
            <a:r>
              <a:t>• Decision Tree (explainability)</a:t>
            </a:r>
          </a:p>
          <a:p/>
          <a:p>
            <a:r>
              <a:t>Random Forest chosen for high accuracy and robustness.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Input → Preprocessing → ML Model → Prediction → Result Display</a:t>
            </a:r>
          </a:p>
          <a:p/>
          <a:p>
            <a:r>
              <a:t>Each disease has a separate ML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</a:t>
            </a:r>
          </a:p>
          <a:p>
            <a:r>
              <a:t>• HTML, CSS, JavaScript</a:t>
            </a:r>
          </a:p>
          <a:p>
            <a:r>
              <a:t>• Streamlit</a:t>
            </a:r>
          </a:p>
          <a:p/>
          <a:p>
            <a:r>
              <a:t>Backend:</a:t>
            </a:r>
          </a:p>
          <a:p>
            <a:r>
              <a:t>• Python</a:t>
            </a:r>
          </a:p>
          <a:p>
            <a:r>
              <a:t>• Scikit-learn</a:t>
            </a:r>
          </a:p>
          <a:p>
            <a:r>
              <a:t>• Joblib (.pkl models)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Heart Disease: ~92%</a:t>
            </a:r>
          </a:p>
          <a:p>
            <a:r>
              <a:t>• Lung Cancer: ~90%</a:t>
            </a:r>
          </a:p>
          <a:p>
            <a:r>
              <a:t>• Diabetes: ~94%</a:t>
            </a:r>
          </a:p>
          <a:p>
            <a:r>
              <a:t>• Kidney Disease: ~97%</a:t>
            </a:r>
          </a:p>
          <a:p>
            <a:r>
              <a:t>• Thyroid: ~95%</a:t>
            </a:r>
          </a:p>
          <a:p>
            <a:r>
              <a:t>• Dengue: ~91%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Early disease detection</a:t>
            </a:r>
          </a:p>
          <a:p>
            <a:r>
              <a:t>• High accuracy</a:t>
            </a:r>
          </a:p>
          <a:p>
            <a:r>
              <a:t>• One disease at a time</a:t>
            </a:r>
          </a:p>
          <a:p>
            <a:r>
              <a:t>• Easy to use</a:t>
            </a:r>
          </a:p>
          <a:p>
            <a:r>
              <a:t>• Time saving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Not a replacement for doctors</a:t>
            </a:r>
          </a:p>
          <a:p>
            <a:r>
              <a:t>• Depends on dataset quality</a:t>
            </a:r>
          </a:p>
          <a:p>
            <a:r>
              <a:t>• Cannot determine disease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Add more diseases</a:t>
            </a:r>
          </a:p>
          <a:p>
            <a:r>
              <a:t>• Mobile application</a:t>
            </a:r>
          </a:p>
          <a:p>
            <a:r>
              <a:t>• Real-time hospital data</a:t>
            </a:r>
          </a:p>
          <a:p>
            <a:r>
              <a:t>• Severity prediction</a:t>
            </a:r>
          </a:p>
          <a:p>
            <a:r>
              <a:t>• Cloud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Medical Diagnosis System demonstrates the effective use of machine learning in healthcare.</a:t>
            </a:r>
          </a:p>
          <a:p>
            <a:r>
              <a:t>It supports early awareness and decision making.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