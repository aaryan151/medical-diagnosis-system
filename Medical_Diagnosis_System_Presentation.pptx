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2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222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042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543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927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20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189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685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129281"/>
            <a:ext cx="2551461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175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95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653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332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8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8177" y="3771174"/>
            <a:ext cx="546115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62051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3124201"/>
            <a:ext cx="6620968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683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957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037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3342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53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73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9617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Diagnosis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Early Detection Saves Lives</a:t>
            </a:r>
          </a:p>
          <a:p>
            <a:endParaRPr/>
          </a:p>
          <a:p>
            <a:r>
              <a:t>Machine Learning Based Medical Risk Prediction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Healthcare generates large medical data.</a:t>
            </a:r>
          </a:p>
          <a:p>
            <a:r>
              <a:t>Early disease detection is critical.</a:t>
            </a:r>
          </a:p>
          <a:p>
            <a:r>
              <a:t>Machine Learning helps analyze medical reports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Early disease risk detection</a:t>
            </a:r>
          </a:p>
          <a:p>
            <a:r>
              <a:t>• Machine learning based prediction</a:t>
            </a:r>
          </a:p>
          <a:p>
            <a:r>
              <a:t>• One disease prediction at a time</a:t>
            </a:r>
          </a:p>
          <a:p>
            <a:r>
              <a:t>• User friendly web interface</a:t>
            </a:r>
          </a:p>
          <a:p>
            <a:r>
              <a:t>• Ethical and safe medical assistance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Diseases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Heart Disease</a:t>
            </a:r>
          </a:p>
          <a:p>
            <a:r>
              <a:t>• Lung Cancer</a:t>
            </a:r>
          </a:p>
          <a:p>
            <a:r>
              <a:t>• Diabetes</a:t>
            </a:r>
          </a:p>
          <a:p>
            <a:r>
              <a:t>• Kidney Disease</a:t>
            </a:r>
          </a:p>
          <a:p>
            <a:r>
              <a:t>• Thyroid Disease</a:t>
            </a:r>
          </a:p>
          <a:p>
            <a:r>
              <a:t>• Dengue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Heart disease clinical dataset</a:t>
            </a:r>
          </a:p>
          <a:p>
            <a:r>
              <a:t>• Lung cancer risk factor dataset</a:t>
            </a:r>
          </a:p>
          <a:p>
            <a:r>
              <a:t>• Diabetes dataset</a:t>
            </a:r>
          </a:p>
          <a:p>
            <a:r>
              <a:t>• Kidney disease dataset</a:t>
            </a:r>
          </a:p>
          <a:p>
            <a:r>
              <a:t>• Thyroid hormone dataset</a:t>
            </a:r>
          </a:p>
          <a:p>
            <a:r>
              <a:t>• Dengue CBC 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Removing duplicates</a:t>
            </a:r>
          </a:p>
          <a:p>
            <a:r>
              <a:t>• Handling missing values</a:t>
            </a:r>
          </a:p>
          <a:p>
            <a:r>
              <a:t>• Feature selection</a:t>
            </a:r>
          </a:p>
          <a:p>
            <a:r>
              <a:t>• Outlier handling</a:t>
            </a:r>
          </a:p>
          <a:p>
            <a:r>
              <a:t>• Encoding categorical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Random Forest Classifier (main)</a:t>
            </a:r>
          </a:p>
          <a:p>
            <a:r>
              <a:t>• Decision Tree (explainability)</a:t>
            </a:r>
          </a:p>
          <a:p>
            <a:endParaRPr/>
          </a:p>
          <a:p>
            <a:r>
              <a:t>Random Forest chosen for high accuracy and robustness.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 → Preprocessing → ML Model → Prediction → Result Display</a:t>
            </a:r>
          </a:p>
          <a:p>
            <a:endParaRPr/>
          </a:p>
          <a:p>
            <a:r>
              <a:t>Each disease has a separate ML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Frontend:</a:t>
            </a:r>
          </a:p>
          <a:p>
            <a:r>
              <a:t>• HTML, CSS, JavaScript</a:t>
            </a:r>
          </a:p>
          <a:p>
            <a:r>
              <a:t>• Streamlit</a:t>
            </a:r>
          </a:p>
          <a:p>
            <a:endParaRPr/>
          </a:p>
          <a:p>
            <a:r>
              <a:t>Backend:</a:t>
            </a:r>
          </a:p>
          <a:p>
            <a:r>
              <a:t>• Python</a:t>
            </a:r>
          </a:p>
          <a:p>
            <a:r>
              <a:t>• Scikit-learn</a:t>
            </a:r>
          </a:p>
          <a:p>
            <a:r>
              <a:t>• Joblib (.pkl models)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Heart Disease: ~92%</a:t>
            </a:r>
          </a:p>
          <a:p>
            <a:r>
              <a:t>• Lung Cancer: ~90%</a:t>
            </a:r>
          </a:p>
          <a:p>
            <a:r>
              <a:t>• Diabetes: ~94%</a:t>
            </a:r>
          </a:p>
          <a:p>
            <a:r>
              <a:t>• Kidney Disease: ~97%</a:t>
            </a:r>
          </a:p>
          <a:p>
            <a:r>
              <a:t>• Thyroid: ~95%</a:t>
            </a:r>
          </a:p>
          <a:p>
            <a:r>
              <a:t>• Dengue: ~91%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Early disease detection</a:t>
            </a:r>
          </a:p>
          <a:p>
            <a:r>
              <a:t>• High accuracy</a:t>
            </a:r>
          </a:p>
          <a:p>
            <a:r>
              <a:t>• One disease at a time</a:t>
            </a:r>
          </a:p>
          <a:p>
            <a:r>
              <a:t>• Easy to use</a:t>
            </a:r>
          </a:p>
          <a:p>
            <a:r>
              <a:t>• Time saving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Not a replacement for doctors</a:t>
            </a:r>
          </a:p>
          <a:p>
            <a:r>
              <a:t>• Depends on dataset quality</a:t>
            </a:r>
          </a:p>
          <a:p>
            <a:r>
              <a:t>• Cannot determine disease stage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more diseases</a:t>
            </a:r>
          </a:p>
          <a:p>
            <a:r>
              <a:t>• Mobile application</a:t>
            </a:r>
          </a:p>
          <a:p>
            <a:r>
              <a:t>• Real-time hospital data</a:t>
            </a:r>
          </a:p>
          <a:p>
            <a:r>
              <a:t>• Severity prediction</a:t>
            </a:r>
          </a:p>
          <a:p>
            <a:r>
              <a:t>• Cloud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Medical Diagnosis System demonstrates the effective use of machine learning in healthcare.</a:t>
            </a:r>
          </a:p>
          <a:p>
            <a:r>
              <a:t>It supports early awareness and decision making.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319</Words>
  <Application>Microsoft Office PowerPoint</Application>
  <PresentationFormat>On-screen Show (4:3)</PresentationFormat>
  <Paragraphs>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</vt:lpstr>
      <vt:lpstr>Medical Diagnosis System</vt:lpstr>
      <vt:lpstr>Introduction</vt:lpstr>
      <vt:lpstr>Objectives</vt:lpstr>
      <vt:lpstr>Diseases Covered</vt:lpstr>
      <vt:lpstr>Datasets Used</vt:lpstr>
      <vt:lpstr>Data Preprocessing</vt:lpstr>
      <vt:lpstr>Machine Learning Models</vt:lpstr>
      <vt:lpstr>System Architecture</vt:lpstr>
      <vt:lpstr>Implementation</vt:lpstr>
      <vt:lpstr>Results</vt:lpstr>
      <vt:lpstr>Advantages</vt:lpstr>
      <vt:lpstr>Limitations</vt:lpstr>
      <vt:lpstr>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Aaryan Raj</dc:creator>
  <cp:keywords/>
  <dc:description>generated using python-pptx</dc:description>
  <cp:lastModifiedBy>AARYAN Raj</cp:lastModifiedBy>
  <cp:revision>2</cp:revision>
  <dcterms:created xsi:type="dcterms:W3CDTF">2013-01-27T09:14:16Z</dcterms:created>
  <dcterms:modified xsi:type="dcterms:W3CDTF">2026-02-07T05:12:07Z</dcterms:modified>
  <cp:category/>
</cp:coreProperties>
</file>